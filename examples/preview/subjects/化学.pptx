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91440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14173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44200" y="196596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23317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78440" y="169164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689336" y="996696"/>
            <a:ext cx="548640" cy="50292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0826496" y="1499616"/>
            <a:ext cx="411480" cy="54863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826496" y="2048255"/>
            <a:ext cx="548640" cy="36576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10460736" y="1773936"/>
            <a:ext cx="914400" cy="64007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600200"/>
            <a:ext cx="7558850" cy="21945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20000"/>
              </a:lnSpc>
              <a:defRPr sz="2900"/>
            </a:pPr>
            <a:r>
              <a:rPr sz="2900" b="1" u="none">
                <a:solidFill>
                  <a:srgbClr val="0E4F45"/>
                </a:solidFill>
                <a:latin typeface="Times New Roman"/>
                <a:ea typeface="Noto Sans CJK SC"/>
              </a:rPr>
              <a:t>14. 反应热 热化学方程式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" y="3566160"/>
            <a:ext cx="1097280" cy="82296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3840480"/>
            <a:ext cx="7315017" cy="7315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900"/>
            </a:pPr>
            <a:r>
              <a:rPr sz="1900" b="0" u="none">
                <a:solidFill>
                  <a:srgbClr val="2F4F49"/>
                </a:solidFill>
                <a:latin typeface="Times New Roman"/>
                <a:ea typeface="Noto Sans CJK SC"/>
              </a:rPr>
              <a:t>高三化学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4709160"/>
            <a:ext cx="7315017" cy="45720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200"/>
            </a:pPr>
            <a:r>
              <a:rPr sz="1200" b="0" u="none">
                <a:solidFill>
                  <a:srgbClr val="5E807A"/>
                </a:solidFill>
                <a:latin typeface="Times New Roman"/>
                <a:ea typeface="Noto Sans CJK SC"/>
              </a:rPr>
              <a:t>胶州四中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37215" y="5715000"/>
            <a:ext cx="822960" cy="402336"/>
          </a:xfrm>
          <a:prstGeom prst="roundRect">
            <a:avLst>
              <a:gd name="adj" fmla="val 30000"/>
            </a:avLst>
          </a:prstGeom>
          <a:solidFill>
            <a:srgbClr val="0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37215" y="5733288"/>
            <a:ext cx="822960" cy="36576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300"/>
            </a:pPr>
            <a:r>
              <a:rPr sz="1300" b="1" u="none">
                <a:solidFill>
                  <a:srgbClr val="FFFFFF"/>
                </a:solidFill>
                <a:latin typeface="Times New Roman"/>
                <a:ea typeface="Noto Sans CJK SC"/>
              </a:rPr>
              <a:t>学案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3657600" cy="1554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9200"/>
            </a:pPr>
            <a:r>
              <a:rPr sz="9200" b="1" u="none">
                <a:solidFill>
                  <a:srgbClr val="E8710A"/>
                </a:solidFill>
                <a:latin typeface="Times New Roman"/>
                <a:ea typeface="Noto Sans CJK S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34640"/>
            <a:ext cx="10180015" cy="10972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4000"/>
            </a:pPr>
            <a:r>
              <a:rPr sz="4000" b="1" u="none">
                <a:solidFill>
                  <a:srgbClr val="FFFFFF"/>
                </a:solidFill>
                <a:latin typeface="Times New Roman"/>
                <a:ea typeface="Noto Sans CJK SC"/>
              </a:rPr>
              <a:t>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688775" y="2011680"/>
            <a:ext cx="365760" cy="2377440"/>
          </a:xfrm>
          <a:prstGeom prst="roundRect">
            <a:avLst>
              <a:gd name="adj" fmla="val 20000"/>
            </a:avLst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88775" y="2103120"/>
            <a:ext cx="365760" cy="2194560"/>
          </a:xfrm>
          <a:prstGeom prst="rect">
            <a:avLst/>
          </a:prstGeom>
          <a:noFill/>
        </p:spPr>
        <p:txBody>
          <a:bodyPr wrap="square" anchor="ctr" lIns="54864" rIns="54864" tIns="0" bIns="0" vert="eaVert">
            <a:spAutoFit/>
          </a:bodyPr>
          <a:lstStyle/>
          <a:p>
            <a:pPr algn="ctr">
              <a:lnSpc>
                <a:spcPct val="130000"/>
              </a:lnSpc>
              <a:defRPr sz="1500"/>
            </a:pPr>
            <a:r>
              <a:rPr sz="1500" b="1" u="none">
                <a:solidFill>
                  <a:srgbClr val="FFFFFF"/>
                </a:solidFill>
                <a:latin typeface="Times New Roman"/>
                <a:ea typeface="Noto Sans CJK SC"/>
              </a:rPr>
              <a:t>导入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91440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14173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44200" y="196596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92840" y="23317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169164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0689336" y="996696"/>
            <a:ext cx="548640" cy="50292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826496" y="1499616"/>
            <a:ext cx="411480" cy="54863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826496" y="2048255"/>
            <a:ext cx="548640" cy="36576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0460736" y="1773936"/>
            <a:ext cx="914400" cy="64007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0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86384"/>
            <a:ext cx="12191695" cy="36576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"/>
            <a:ext cx="8442656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FFFFFF"/>
                </a:solidFill>
                <a:latin typeface="Times New Roman"/>
                <a:ea typeface="Noto Sans CJK SC"/>
              </a:rPr>
              <a:t>学习目标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E8710A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22A26"/>
                </a:solidFill>
                <a:latin typeface="Times New Roman"/>
                <a:ea typeface="Noto Sans CJK SC"/>
              </a:rPr>
              <a:t>理解反应热、焓变的概念，会从宏观与微观两个角度分析吸放热。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E8710A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22A26"/>
                </a:solidFill>
                <a:latin typeface="Times New Roman"/>
                <a:ea typeface="Noto Sans CJK SC"/>
              </a:rPr>
              <a:t>能规范书写热化学方程式（状态、符号、单位、化学计量数）。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14. 反应热 热化学方程式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91440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14173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44200" y="196596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92840" y="23317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169164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0689336" y="996696"/>
            <a:ext cx="548640" cy="50292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826496" y="1499616"/>
            <a:ext cx="411480" cy="54863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826496" y="2048255"/>
            <a:ext cx="548640" cy="36576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0460736" y="1773936"/>
            <a:ext cx="914400" cy="64007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0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86384"/>
            <a:ext cx="12191695" cy="36576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"/>
            <a:ext cx="8442656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FFFFFF"/>
                </a:solidFill>
                <a:latin typeface="Times New Roman"/>
                <a:ea typeface="Noto Sans CJK SC"/>
              </a:rPr>
              <a:t>考点一 反应热与焓变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E8710A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22A26"/>
                </a:solidFill>
                <a:latin typeface="Times New Roman"/>
                <a:ea typeface="Noto Sans CJK SC"/>
              </a:rPr>
              <a:t>判断正误：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122A26"/>
                </a:solidFill>
                <a:latin typeface="Times New Roman"/>
                <a:ea typeface="Noto Sans CJK SC"/>
              </a:rPr>
              <a:t>1. 物质发生化学变化时都伴有能量的变化（　）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122A26"/>
                </a:solidFill>
                <a:latin typeface="Times New Roman"/>
                <a:ea typeface="Noto Sans CJK SC"/>
              </a:rPr>
              <a:t>2. 需要加热才能发生的反应一定是吸热反应（　）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122A26"/>
                </a:solidFill>
                <a:latin typeface="Times New Roman"/>
                <a:ea typeface="Noto Sans CJK SC"/>
              </a:rPr>
              <a:t>3. 放热反应在常温下一定很容易发生（　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14. 反应热 热化学方程式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91440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14173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44200" y="196596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92840" y="23317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169164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0689336" y="996696"/>
            <a:ext cx="548640" cy="50292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826496" y="1499616"/>
            <a:ext cx="411480" cy="54863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826496" y="2048255"/>
            <a:ext cx="548640" cy="36576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0460736" y="1773936"/>
            <a:ext cx="914400" cy="64007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0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86384"/>
            <a:ext cx="12191695" cy="36576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"/>
            <a:ext cx="8442656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FFFFFF"/>
                </a:solidFill>
                <a:latin typeface="Times New Roman"/>
                <a:ea typeface="Noto Sans CJK SC"/>
              </a:rPr>
              <a:t>考点一 反应热与焓变｜反应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280160"/>
            <a:ext cx="10728655" cy="1143000"/>
          </a:xfrm>
          <a:prstGeom prst="roundRect">
            <a:avLst>
              <a:gd name="adj" fmla="val 5000"/>
            </a:avLst>
          </a:prstGeom>
          <a:solidFill>
            <a:srgbClr val="E9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325880"/>
            <a:ext cx="10362895" cy="105156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3200"/>
            </a:pPr>
            <a:r>
              <a:rPr sz="3200" b="1" u="none">
                <a:solidFill>
                  <a:srgbClr val="0E4F45"/>
                </a:solidFill>
                <a:latin typeface="Times New Roman"/>
                <a:ea typeface="Noto Sans CJK SC"/>
              </a:rPr>
              <a:t>2H₂(g) + O₂(g) = 2H₂O(l)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10631" y="2542032"/>
            <a:ext cx="1170432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87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10631" y="2560320"/>
            <a:ext cx="1170432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300"/>
            </a:pPr>
            <a:r>
              <a:rPr sz="1300" b="1" u="none">
                <a:solidFill>
                  <a:srgbClr val="E8710A"/>
                </a:solidFill>
                <a:latin typeface="Times New Roman"/>
                <a:ea typeface="Noto Sans CJK SC"/>
              </a:rPr>
              <a:t>条件：点燃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200400"/>
            <a:ext cx="10637215" cy="274320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11480" indent="-411480">
              <a:lnSpc>
                <a:spcPct val="135000"/>
              </a:lnSpc>
              <a:defRPr sz="2000"/>
            </a:pPr>
            <a:r>
              <a:rPr sz="2000" b="0" u="none">
                <a:solidFill>
                  <a:srgbClr val="E8710A"/>
                </a:solidFill>
                <a:latin typeface="Times New Roman"/>
                <a:ea typeface="Noto Sans CJK SC"/>
              </a:rPr>
              <a:t>▪ </a:t>
            </a:r>
            <a:r>
              <a:rPr sz="2000" b="0" u="none">
                <a:solidFill>
                  <a:srgbClr val="122A26"/>
                </a:solidFill>
                <a:latin typeface="Times New Roman"/>
                <a:ea typeface="Noto Sans CJK SC"/>
              </a:rPr>
              <a:t>放热反应，ΔH = −571.6 kJ·mol⁻¹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14. 反应热 热化学方程式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91440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14173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44200" y="196596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92840" y="23317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169164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0689336" y="996696"/>
            <a:ext cx="548640" cy="50292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826496" y="1499616"/>
            <a:ext cx="411480" cy="54863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826496" y="2048255"/>
            <a:ext cx="548640" cy="36576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0460736" y="1773936"/>
            <a:ext cx="914400" cy="64007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0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86384"/>
            <a:ext cx="12191695" cy="36576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"/>
            <a:ext cx="8442656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FFFFFF"/>
                </a:solidFill>
                <a:latin typeface="Times New Roman"/>
                <a:ea typeface="Noto Sans CJK SC"/>
              </a:rPr>
              <a:t>考点二 热化学方程式的书写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86239" y="201168"/>
            <a:ext cx="2002536" cy="365760"/>
          </a:xfrm>
          <a:prstGeom prst="roundRect">
            <a:avLst>
              <a:gd name="adj" fmla="val 35000"/>
            </a:avLst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86239" y="219456"/>
            <a:ext cx="2002536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FFFFFF"/>
                </a:solidFill>
                <a:latin typeface="Times New Roman"/>
                <a:ea typeface="Noto Sans CJK SC"/>
              </a:rPr>
              <a:t>考点二 热化学方程式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E8710A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22A26"/>
                </a:solidFill>
                <a:latin typeface="Times New Roman"/>
                <a:ea typeface="Noto Sans CJK SC"/>
              </a:rPr>
              <a:t>书写规范：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E8710A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22A26"/>
                </a:solidFill>
                <a:latin typeface="Times New Roman"/>
                <a:ea typeface="Noto Sans CJK SC"/>
              </a:rPr>
              <a:t>必须注明物质的聚集状态（g / l / s / aq）。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E8710A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22A26"/>
                </a:solidFill>
                <a:latin typeface="Times New Roman"/>
                <a:ea typeface="Noto Sans CJK SC"/>
              </a:rPr>
              <a:t>ΔH 的符号不能省略，放热为「−」，吸热为「+」。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E8710A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22A26"/>
                </a:solidFill>
                <a:latin typeface="Times New Roman"/>
                <a:ea typeface="Noto Sans CJK SC"/>
              </a:rPr>
              <a:t>化学计量数改变，ΔH 同倍变化。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14. 反应热 热化学方程式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91440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14173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44200" y="196596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92840" y="23317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169164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0689336" y="996696"/>
            <a:ext cx="548640" cy="50292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826496" y="1499616"/>
            <a:ext cx="411480" cy="54863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826496" y="2048255"/>
            <a:ext cx="548640" cy="36576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0460736" y="1773936"/>
            <a:ext cx="914400" cy="64007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0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86384"/>
            <a:ext cx="12191695" cy="36576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"/>
            <a:ext cx="8442656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FFFFFF"/>
                </a:solidFill>
                <a:latin typeface="Times New Roman"/>
                <a:ea typeface="Noto Sans CJK SC"/>
              </a:rPr>
              <a:t>考点二 热化学方程式的书写｜公式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371600"/>
            <a:ext cx="10728655" cy="1600200"/>
          </a:xfrm>
          <a:prstGeom prst="roundRect">
            <a:avLst>
              <a:gd name="adj" fmla="val 4000"/>
            </a:avLst>
          </a:prstGeom>
          <a:solidFill>
            <a:srgbClr val="E9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1463040"/>
            <a:ext cx="10180015" cy="1417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20000"/>
              </a:lnSpc>
              <a:defRPr sz="3200"/>
            </a:pPr>
            <a:r>
              <a:rPr sz="3200" b="1" u="none">
                <a:solidFill>
                  <a:srgbClr val="0E4F45"/>
                </a:solidFill>
                <a:latin typeface="Times New Roman"/>
                <a:ea typeface="Noto Sans CJK SC"/>
              </a:rPr>
              <a:t>ΔH = ΣE(反应物键能) − ΣE(生成物键能)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703320"/>
            <a:ext cx="5227167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40480"/>
            <a:ext cx="4769967" cy="411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E8710A"/>
                </a:solidFill>
                <a:latin typeface="Times New Roman"/>
                <a:ea typeface="Noto Sans CJK SC"/>
              </a:rPr>
              <a:t>条件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4769967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50000"/>
              </a:lnSpc>
              <a:defRPr sz="1600"/>
            </a:pPr>
            <a:r>
              <a:rPr sz="1600" b="0" u="none">
                <a:solidFill>
                  <a:srgbClr val="122A26"/>
                </a:solidFill>
                <a:latin typeface="Times New Roman"/>
                <a:ea typeface="Noto Sans CJK SC"/>
              </a:rPr>
              <a:t>所有物质均为气态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3703320"/>
            <a:ext cx="5227167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3840480"/>
            <a:ext cx="4769967" cy="411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E8710A"/>
                </a:solidFill>
                <a:latin typeface="Times New Roman"/>
                <a:ea typeface="Noto Sans CJK SC"/>
              </a:rPr>
              <a:t>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297680"/>
            <a:ext cx="4769967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50000"/>
              </a:lnSpc>
              <a:defRPr sz="1600"/>
            </a:pPr>
            <a:r>
              <a:rPr sz="1600" b="0" u="none">
                <a:solidFill>
                  <a:srgbClr val="122A26"/>
                </a:solidFill>
                <a:latin typeface="Times New Roman"/>
                <a:ea typeface="Noto Sans CJK SC"/>
              </a:rPr>
              <a:t>键能越大，物质越稳定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14. 反应热 热化学方程式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91440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14173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44200" y="196596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92840" y="23317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169164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0689336" y="996696"/>
            <a:ext cx="548640" cy="50292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826496" y="1499616"/>
            <a:ext cx="411480" cy="54863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826496" y="2048255"/>
            <a:ext cx="548640" cy="36576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0460736" y="1773936"/>
            <a:ext cx="914400" cy="64007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0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86384"/>
            <a:ext cx="12191695" cy="36576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"/>
            <a:ext cx="8442656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FFFFFF"/>
                </a:solidFill>
                <a:latin typeface="Times New Roman"/>
                <a:ea typeface="Noto Sans CJK SC"/>
              </a:rPr>
              <a:t>精练真题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400"/>
            </a:pPr>
            <a:r>
              <a:rPr sz="2400" b="0" u="none">
                <a:solidFill>
                  <a:srgbClr val="122A26"/>
                </a:solidFill>
                <a:latin typeface="Times New Roman"/>
                <a:ea typeface="Noto Sans CJK SC"/>
              </a:rPr>
              <a:t>1. （2025·山东卷）已知：H₂(g) + ½O₂(g) = H₂O(g)　ΔH₁ = −241.8 kJ·mol⁻¹；H₂O(g) = H₂O(l)　ΔH₂ = −44.0 kJ·mol⁻¹，则 H₂ 的燃烧热为（　　）</a:t>
            </a:r>
          </a:p>
          <a:p>
            <a:pPr algn="l" marL="475488" indent="-475488">
              <a:lnSpc>
                <a:spcPct val="135000"/>
              </a:lnSpc>
              <a:spcBef>
                <a:spcPts val="800"/>
              </a:spcBef>
            </a:pPr>
            <a:r>
              <a:rPr sz="2400" b="0" u="none">
                <a:solidFill>
                  <a:srgbClr val="E8710A"/>
                </a:solidFill>
                <a:latin typeface="Times New Roman"/>
                <a:ea typeface="Noto Sans CJK SC"/>
              </a:rPr>
              <a:t>▪ </a:t>
            </a:r>
            <a:r>
              <a:rPr sz="2400" b="0" u="none">
                <a:solidFill>
                  <a:srgbClr val="122A26"/>
                </a:solidFill>
                <a:latin typeface="Times New Roman"/>
                <a:ea typeface="Noto Sans CJK SC"/>
              </a:rPr>
              <a:t>A. 241.8 kJ·mol⁻¹　B. 285.8 kJ·mol⁻¹　C. 197.8 kJ·mol⁻¹　D. 44.0 kJ·mol⁻¹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14. 反应热 热化学方程式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3657600" cy="1554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9200"/>
            </a:pPr>
            <a:r>
              <a:rPr sz="9200" b="1" u="none">
                <a:solidFill>
                  <a:srgbClr val="E8710A"/>
                </a:solidFill>
                <a:latin typeface="Times New Roman"/>
                <a:ea typeface="Noto Sans CJK SC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34640"/>
            <a:ext cx="10180015" cy="10972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4000"/>
            </a:pPr>
            <a:r>
              <a:rPr sz="4000" b="1" u="none">
                <a:solidFill>
                  <a:srgbClr val="FFFFFF"/>
                </a:solidFill>
                <a:latin typeface="Times New Roman"/>
                <a:ea typeface="Noto Sans CJK SC"/>
              </a:rPr>
              <a:t>参考答案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91440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14173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44200" y="196596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92840" y="2331720"/>
            <a:ext cx="100584" cy="100584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1691640"/>
            <a:ext cx="155448" cy="155448"/>
          </a:xfrm>
          <a:prstGeom prst="ellipse">
            <a:avLst/>
          </a:prstGeom>
          <a:solidFill>
            <a:srgbClr val="CB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0689336" y="996696"/>
            <a:ext cx="548640" cy="50292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826496" y="1499616"/>
            <a:ext cx="411480" cy="54863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826496" y="2048255"/>
            <a:ext cx="548640" cy="365760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0460736" y="1773936"/>
            <a:ext cx="914400" cy="640079"/>
          </a:xfrm>
          <a:prstGeom prst="line">
            <a:avLst/>
          </a:prstGeom>
          <a:ln w="12700">
            <a:solidFill>
              <a:srgbClr val="D7EA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0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86384"/>
            <a:ext cx="12191695" cy="36576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"/>
            <a:ext cx="8442656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FFFFFF"/>
                </a:solidFill>
                <a:latin typeface="Times New Roman"/>
                <a:ea typeface="Noto Sans CJK SC"/>
              </a:rPr>
              <a:t>参考答案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039551" y="201168"/>
            <a:ext cx="649224" cy="365760"/>
          </a:xfrm>
          <a:prstGeom prst="roundRect">
            <a:avLst>
              <a:gd name="adj" fmla="val 35000"/>
            </a:avLst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39551" y="219456"/>
            <a:ext cx="649224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FFFFFF"/>
                </a:solidFill>
                <a:latin typeface="Times New Roman"/>
                <a:ea typeface="Noto Sans CJK SC"/>
              </a:rPr>
              <a:t>答案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122A26"/>
                </a:solidFill>
                <a:latin typeface="Times New Roman"/>
                <a:ea typeface="Noto Sans CJK SC"/>
              </a:rPr>
              <a:t>1. B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E8710A"/>
                </a:solidFill>
                <a:latin typeface="Times New Roman"/>
                <a:ea typeface="Noto Sans CJK SC"/>
              </a:rPr>
              <a:t>▪ </a:t>
            </a:r>
            <a:r>
              <a:rPr sz="2600" b="1" u="none">
                <a:solidFill>
                  <a:srgbClr val="B42318"/>
                </a:solidFill>
                <a:latin typeface="Times New Roman"/>
                <a:ea typeface="Noto Sans CJK SC"/>
              </a:rPr>
              <a:t>【解析】</a:t>
            </a:r>
            <a:r>
              <a:rPr sz="2600" b="0" u="none">
                <a:solidFill>
                  <a:srgbClr val="122A26"/>
                </a:solidFill>
                <a:latin typeface="Times New Roman"/>
                <a:ea typeface="Noto Sans CJK SC"/>
              </a:rPr>
              <a:t>燃烧热要求生成液态水，ΔH = −(241.8 + 44.0) = −285.8 kJ·mol⁻¹。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14. 反应热 热化学方程式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637215" cy="8229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3800"/>
            </a:pPr>
            <a:r>
              <a:rPr sz="3800" b="1" u="none">
                <a:solidFill>
                  <a:srgbClr val="0E4F45"/>
                </a:solidFill>
                <a:latin typeface="Times New Roman"/>
                <a:ea typeface="Noto Sans CJK SC"/>
              </a:rPr>
              <a:t>本节课小结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454335" cy="42519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11480" indent="-411480">
              <a:lnSpc>
                <a:spcPct val="135000"/>
              </a:lnSpc>
              <a:defRPr sz="2300"/>
            </a:pPr>
            <a:r>
              <a:rPr sz="2300" b="0" u="none">
                <a:solidFill>
                  <a:srgbClr val="E8710A"/>
                </a:solidFill>
                <a:latin typeface="Times New Roman"/>
                <a:ea typeface="Noto Sans CJK SC"/>
              </a:rPr>
              <a:t>✔ </a:t>
            </a:r>
            <a:r>
              <a:rPr sz="2300" b="0" u="none">
                <a:solidFill>
                  <a:srgbClr val="122A26"/>
                </a:solidFill>
                <a:latin typeface="Times New Roman"/>
                <a:ea typeface="Noto Sans CJK SC"/>
              </a:rPr>
              <a:t>理解反应热、焓变的概念，会从宏观与微观两个角度分析吸放热。</a:t>
            </a:r>
          </a:p>
          <a:p>
            <a:pPr algn="l" marL="411480" indent="-411480">
              <a:lnSpc>
                <a:spcPct val="135000"/>
              </a:lnSpc>
              <a:spcBef>
                <a:spcPts val="1000"/>
              </a:spcBef>
            </a:pPr>
            <a:r>
              <a:rPr sz="2300" b="0" u="none">
                <a:solidFill>
                  <a:srgbClr val="E8710A"/>
                </a:solidFill>
                <a:latin typeface="Times New Roman"/>
                <a:ea typeface="Noto Sans CJK SC"/>
              </a:rPr>
              <a:t>✔ </a:t>
            </a:r>
            <a:r>
              <a:rPr sz="2300" b="0" u="none">
                <a:solidFill>
                  <a:srgbClr val="122A26"/>
                </a:solidFill>
                <a:latin typeface="Times New Roman"/>
                <a:ea typeface="Noto Sans CJK SC"/>
              </a:rPr>
              <a:t>能规范书写热化学方程式（状态、符号、单位、化学计量数）。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89320"/>
            <a:ext cx="10454335" cy="34747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400"/>
            </a:pPr>
            <a:r>
              <a:rPr sz="1400" b="0" u="none">
                <a:solidFill>
                  <a:srgbClr val="64748B"/>
                </a:solidFill>
                <a:latin typeface="Times New Roman"/>
                <a:ea typeface="Noto Sans CJK SC"/>
              </a:rPr>
              <a:t>胶州四中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8695" y="5989320"/>
            <a:ext cx="685800" cy="34747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400"/>
            </a:pPr>
            <a:r>
              <a:rPr sz="1400" b="0" u="none">
                <a:solidFill>
                  <a:srgbClr val="64748B"/>
                </a:solidFill>
                <a:latin typeface="Times New Roman"/>
                <a:ea typeface="Noto Sans CJK SC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